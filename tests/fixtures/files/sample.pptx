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B862C-F271-DABE-904D-A3706740F5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7C598D-96F8-C1DC-81D7-855D8A17C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3759A-23C9-3A88-986B-231078A61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F3E78-CF53-412B-AFCE-B6FBE2362DBE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BE617-BE83-883A-3F31-01E08A5FF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D3CA0-A7F1-43CC-8195-69B5D37B8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F3506-FB65-4B2F-9808-988267E8C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432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E80A6-DDA1-9AE1-58EB-244414F14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78BF3-1731-0D3F-E25A-7D95B5383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BDC38-DF0B-3B4C-58CA-8650C46A7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F3E78-CF53-412B-AFCE-B6FBE2362DBE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22492-5648-32D8-B59F-66B2E7FED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03539-18EB-F959-DF2C-088420674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F3506-FB65-4B2F-9808-988267E8C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092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FB6BA-CCB0-19BD-7E6A-26E320B71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2F617A-A6FC-1D22-1B7F-CA6ABD8F92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ABEA8F-4E81-4B34-243B-6B0CE9E59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F3E78-CF53-412B-AFCE-B6FBE2362DBE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1FF5D1-CC34-DE47-29CA-1B3A6EB85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16915-1259-61DD-7E1F-F374C641C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F3506-FB65-4B2F-9808-988267E8C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261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A3FD2-6BAD-EFAF-8D38-4C04FD03E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7E17E-243C-4B1B-A663-085A554F00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E72A44-BC83-8135-A919-EB6D90A987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CF195F-43C3-7BAF-48C2-A91861D47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F3E78-CF53-412B-AFCE-B6FBE2362DBE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A573E-4372-3F8D-9DDF-DB2A0F8B6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AEEEA-4925-A6C5-469B-5E7BCBE90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F3506-FB65-4B2F-9808-988267E8C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818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0AE5C-2F5A-0936-3495-742C21536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CF1303-D655-11D1-A98D-5AE9FEF07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D4E550-72E8-F31F-F8DB-5BC7C22686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210B79-935B-EAEE-CB28-45C548BAA7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F97D6A-FB2D-6693-D820-D6A2EC1FC8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2A732C-E493-057E-A593-B8FB5D033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F3E78-CF53-412B-AFCE-B6FBE2362DBE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E4CFA8-F6DE-D618-C6F6-E8B97544C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362539-38ED-F279-EA66-15FA2F6E7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F3506-FB65-4B2F-9808-988267E8C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043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0C6B6-8EDE-476A-A9BD-37D2AD1FD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0365FA-BEFC-8395-6095-6D6C6FE76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F3E78-CF53-412B-AFCE-B6FBE2362DBE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152440-821A-55DD-AA97-D90FF5F99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A5333C-3860-91CF-975B-F9246B45D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F3506-FB65-4B2F-9808-988267E8C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409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2B36C9-2F17-7B17-7D16-505A074DD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F3E78-CF53-412B-AFCE-B6FBE2362DBE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163736-FAF2-F96F-7393-836AB26FF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1A48A8-447B-F679-5FEC-F8ECE3CD9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F3506-FB65-4B2F-9808-988267E8C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836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ACDF-617B-DD40-94E2-1FF8CC047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21A1F-E4F6-7C4F-6D1E-F6523F9258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B51BD8-E726-B714-52EC-355306099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5EE4D6-A356-6B42-3AD5-AEB13A4C0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F3E78-CF53-412B-AFCE-B6FBE2362DBE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69FCF3-616D-A315-5D76-5F91A6570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83976B-C76E-5A6C-0988-EF1202E39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F3506-FB65-4B2F-9808-988267E8C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609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73BA4-4776-6365-BBAE-157984B3B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5C48E2-0FF7-1644-771E-4D92B24439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73BBA3-7470-A7B5-8E7C-FF501F88A8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D874B4-7895-075D-CC91-BFC8F1816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F3E78-CF53-412B-AFCE-B6FBE2362DBE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663E09-4B30-8596-48FF-DD1220B75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155BF2-512B-693B-1E47-3A0FBAF8B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F3506-FB65-4B2F-9808-988267E8C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699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99B25-E6AB-7FD4-5CDF-105ACBB67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FB9414-74F9-75CE-9E43-7C88A350B0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7FA287-34B5-7331-FF12-399AC53F6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F3E78-CF53-412B-AFCE-B6FBE2362DBE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E8602-8CF1-A924-5077-F7AFDAF75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2E179-117B-6744-B421-C18F8DBB7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F3506-FB65-4B2F-9808-988267E8C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986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32B77B-8E36-BD62-59A6-E651916F78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492660-9E1F-3618-DA53-26908EE059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F2939-D62F-DF54-E03D-1F0DFE097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F3E78-CF53-412B-AFCE-B6FBE2362DBE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77C834-28E6-A76B-6DAC-14DF95D13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089B2-D3D0-75EF-3DAC-F996B7379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F3506-FB65-4B2F-9808-988267E8C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805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9C4116-5FC1-C82D-75C1-0B275AE7A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5B603-406B-AFE5-8DCE-5F57DFDDD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45101-DAAB-895C-6FAD-81A50A90FF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5F3E78-CF53-412B-AFCE-B6FBE2362DBE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F425C-C138-F234-04A3-EC57FD9CD7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75A1A-8AB8-F532-4EE5-96398A86C3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EF3506-FB65-4B2F-9808-988267E8C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083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341CA0-0B83-FFEC-B442-26CAC0D4F820}"/>
              </a:ext>
            </a:extLst>
          </p:cNvPr>
          <p:cNvSpPr txBox="1"/>
          <p:nvPr/>
        </p:nvSpPr>
        <p:spPr>
          <a:xfrm>
            <a:off x="508000" y="508000"/>
            <a:ext cx="762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[Auto Test] KM-Portal sample</a:t>
            </a:r>
          </a:p>
        </p:txBody>
      </p:sp>
    </p:spTree>
    <p:extLst>
      <p:ext uri="{BB962C8B-B14F-4D97-AF65-F5344CB8AC3E}">
        <p14:creationId xmlns:p14="http://schemas.microsoft.com/office/powerpoint/2010/main" val="237962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Nantaphob Thamteechob</dc:creator>
  <cp:lastModifiedBy>Nantaphob Thamteechob</cp:lastModifiedBy>
  <cp:revision>1</cp:revision>
  <dcterms:created xsi:type="dcterms:W3CDTF">2026-10-06T04:38:21Z</dcterms:created>
  <dcterms:modified xsi:type="dcterms:W3CDTF">2026-10-06T04:38:21Z</dcterms:modified>
</cp:coreProperties>
</file>